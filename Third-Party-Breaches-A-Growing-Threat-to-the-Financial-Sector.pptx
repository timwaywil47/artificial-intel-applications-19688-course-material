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embeddedFontLst>
    <p:embeddedFont>
      <p:font typeface="Patrick Hand" panose="020F0502020204030204" pitchFamily="2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81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918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318"/>
            <a:ext cx="14630400" cy="82296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64037" y="552070"/>
            <a:ext cx="12571472" cy="118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Third-Party Breaches: A Growing Threat to the Financial Sector</a:t>
            </a:r>
          </a:p>
          <a:p>
            <a:pPr marL="0" indent="0" algn="ctr">
              <a:lnSpc>
                <a:spcPts val="485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By: Timothy Williams</a:t>
            </a:r>
          </a:p>
        </p:txBody>
      </p:sp>
      <p:sp>
        <p:nvSpPr>
          <p:cNvPr id="5" name="Text 2"/>
          <p:cNvSpPr/>
          <p:nvPr/>
        </p:nvSpPr>
        <p:spPr>
          <a:xfrm>
            <a:off x="864037" y="1790819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staggering 97% of leading U.S. banks were affected by third-party data breaches in 2024. While specific data on the percentage of banks using third-party companies outside the country is unavailable, it's clear that a significant portion of the U.S. banking sector relies on external service providers for various operations.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64037" y="3531275"/>
            <a:ext cx="431959" cy="431959"/>
          </a:xfrm>
          <a:prstGeom prst="roundRect">
            <a:avLst>
              <a:gd name="adj" fmla="val 24005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42812" y="3531275"/>
            <a:ext cx="300132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Monitor External Attack Surfaces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542812" y="3987998"/>
            <a:ext cx="3457456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Execute automated scanning to uncover IT infrastructure and cybersecurity vulnerabilities throughout vendor and partner environments.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247084" y="3531275"/>
            <a:ext cx="431959" cy="431959"/>
          </a:xfrm>
          <a:prstGeom prst="roundRect">
            <a:avLst>
              <a:gd name="adj" fmla="val 24005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25860" y="3531275"/>
            <a:ext cx="283356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Identify Single Points of Failure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925860" y="3987998"/>
            <a:ext cx="3457456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Chart essential business processes and technologies to pinpoint any single points of failure. Compile a watch list featuring these vendors.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9630132" y="3531275"/>
            <a:ext cx="431959" cy="431959"/>
          </a:xfrm>
          <a:prstGeom prst="roundRect">
            <a:avLst>
              <a:gd name="adj" fmla="val 24005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308908" y="3531275"/>
            <a:ext cx="30643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Automatically Detect New Vendors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308908" y="3987998"/>
            <a:ext cx="345745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Passively observe vendors' IT deployments to pinpoint and address concealed supply chain vulnerabilities.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64037" y="6240899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Research indicates that a significant number of data breaches in the finance sector occur via third-party companies, with 61% of organizations experiencing a third-party data breach in the previous year. These statistics highlight the considerable threat posed by third-party breaches to the financial sector, demanding strong risk management practices to reduce their consequences.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199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Patrick Hand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timothy.williams8-W0740252</cp:lastModifiedBy>
  <cp:revision>2</cp:revision>
  <dcterms:created xsi:type="dcterms:W3CDTF">2025-02-07T22:04:01Z</dcterms:created>
  <dcterms:modified xsi:type="dcterms:W3CDTF">2025-02-07T22:15:08Z</dcterms:modified>
</cp:coreProperties>
</file>